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今天介绍的作品是 AuditLens AI——智能财务风险审计工作台。一句话：上传财务流水，几分钟内完成规则检测与异常发现，用 AI 结合制度做解释，并进入整改闭环，最后留下可归档底稿。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目录有</a:t>
            </a:r>
            <a:r>
              <a:rPr lang="en-US" dirty="0"/>
              <a:t>：作品名称、适用场景、主要功能、</a:t>
            </a:r>
            <a:r>
              <a:rPr lang="en-US" dirty="0">
                <a:sym typeface="+mn-ea"/>
              </a:rPr>
              <a:t>使用</a:t>
            </a:r>
            <a:r>
              <a:rPr lang="zh-CN" altLang="en-US" dirty="0">
                <a:sym typeface="+mn-ea"/>
              </a:rPr>
              <a:t>方法</a:t>
            </a:r>
            <a:r>
              <a:rPr lang="en-US" altLang="zh-CN" dirty="0">
                <a:sym typeface="+mn-ea"/>
              </a:rPr>
              <a:t>，</a:t>
            </a:r>
            <a:r>
              <a:rPr lang="en-US" dirty="0"/>
              <a:t>使用工具、数据来源、预期价值、推广可能。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AuditLens AI 面向企业内审与财务合规。我们强调三件事：不是 Chat 套壳——规则与评分可复现，AI 只做制度增强解释；不是只出报告——从发现到整改验收形成闭环；不是空中楼阁——证据链、角色权限、底稿元数据对准内审实操。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三类用户：审计人员做全量扫描、确认或误报、分派整改、验收关单；业务对接人只看自己的工单，提交说明与附件；管理层看 Executive Brief——评分、高风险数、优先整改 Top3。我们先做企业内可用、能演示、能闭环的最小工作台。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六块核心能力：六节点流水线、规则与异常检测、制度增强解释、Issue 工作台、工单闭环与角色隔离、正式报告导出。关键原则：规则判风险，LLM 只解释。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使用五步：一登录上传 Excel 或 CSV；二自动审计后看 Dashboard；三展开高风险项复核证据与制度解释；四确认后分派业务整改，业务提交、审计验收；五导出正式报告作为底稿。现场 Demo 前三步约两分钟可走完。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技术栈：Next.js 与 TypeScript；LangGraph 编排；Supabase 数据与鉴权；自研规则与评分；可插拔 LLM 与向量库。依赖方向 app → server → lib，Key 仅服务端；没有 Key 也能演示确定性路径。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三类数据：一是用户上传的财务流水，演示样例为 fixtures/demo-financial-audit.csv；二是企业制度知识库，供 RAG 引用；三是审计过程产物写入 Supabase，按用户与角色隔离。评委可看公开样例，也可现场上传验证。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预期价值四点：覆盖率——整批扫描、高风险优先复核；证据力——发现即带凭证与制度；闭环率——整改可验收可追溯；可信度——规则判风险、AI 只解释，核心能力不依赖 LLM。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推广三步：近期内审或财务合规试点，公开样例加现场上传证明可复现；中期对接主数据源按期间抽检；远期再做多法人与 GRC 对接——先闭环，再平台化。以上是 AuditLens AI，欢迎提问。谢谢大家。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D"/>
          </a:solidFill>
        </p:spPr>
      </p:sp>
      <p:sp>
        <p:nvSpPr>
          <p:cNvPr id="3" name="Text 1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作品说明材料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智能财务风险审计工作台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上传财务流水 → 规则检测与异常发现 → AI 制度解释 → 整改闭环 → 可归档底稿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面向企业内审与财务合规  ·  可演示、可闭环、可演进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CBS  ·  0100  ·  Yana Kong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参赛说明七项 + 使用方法简介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270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作品名称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定位与一句话价值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5270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适用场景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谁用、何时用、解决什么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5270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主要功能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发现 → 解释 → 闭环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3258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5270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使用方法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上传 → 复核 → 整改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081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使用工具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技术栈与工程边界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28803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0" y="3081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数据来源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743200" y="37490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输入样例与制度知识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081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预期价值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92040" y="37490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效率、证据、合规沉淀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03720" y="28803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40880" y="3081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推广可能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37490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落地路径与扩展方向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作品名称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— 智能财务风险审计工作台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173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一句话定位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面向企业内审与财务合规：上传财务流水，几分钟内完成规则检测、异常发现与风险评分，并带着证据与制度依据进入整改闭环。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3017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 Chat 套壳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3566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规则与评分可复现，AI 只做制度增强解释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56432" y="3017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不是只出报告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3566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从发现到整改验收形成完整工作闭环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91072" y="3017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不是空中楼阁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3566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证据链、角色权限、底稿元数据对准内审实操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企业内可用的最小审计工作台，先闭环再平台化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9903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审计人员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399032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周期抽检 / 专项核查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全量风险扫描、确认/误报、分派整改、验收关单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5059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业务对接人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450592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收到整改分派后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仅看自己的工单，提交说明与附件，等待审计验收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021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管理层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502152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结果汇报与决策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Executive Brief：评分、高风险数、优先整改 Top3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主要功能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发现 → 解释 → 分派 → 整改验收 → 可导出底稿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4813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六节点审计流水线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Parse → Rule → Anomaly → Score → RAG → Report，固定编排可复现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4813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 + 异常检测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重复发票、审批缺失；金额离群、供应商集中；阈值可配置、结果可追溯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4813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制度增强解释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1072" y="19202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RAG 检索本公司制度条款，LLM 只解释「为何可疑」，不替代判责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0358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Issue 工作台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4747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严重度/类型筛选，证据快照展开即见关联流水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56432" y="30358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工单闭环与角色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56432" y="34747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待复核→确认/误报→整改中→待验收→关闭；审计与业务 RLS 隔离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91072" y="30358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正式报告导出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1072" y="34747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执行摘要、发现项、风险分析、整改建议；可下载/复制/打印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使用方法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五步走完：上传 → 看风险 → 复核分派 → 整改验收 → 导出底稿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35024"/>
            <a:ext cx="365760" cy="365760"/>
          </a:xfrm>
          <a:prstGeom prst="ellipse">
            <a:avLst/>
          </a:prstGeom>
          <a:solidFill>
            <a:srgbClr val="1E3A8A"/>
          </a:solidFill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62456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登录上传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36245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登录后上传 Excel / CSV 财务流水（可用演示样例）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75104"/>
            <a:ext cx="365760" cy="365760"/>
          </a:xfrm>
          <a:prstGeom prst="ellipse">
            <a:avLst/>
          </a:prstGeom>
          <a:solidFill>
            <a:srgbClr val="1E3A8A"/>
          </a:solidFill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02536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自动审计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00253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系统跑通六节点流水线，跳转 Dashboard 查看风险总览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15184"/>
            <a:ext cx="365760" cy="365760"/>
          </a:xfrm>
          <a:prstGeom prst="ellipse">
            <a:avLst/>
          </a:prstGeom>
          <a:solidFill>
            <a:srgbClr val="1E3A8A"/>
          </a:solidFill>
        </p:spPr>
      </p:sp>
      <p:sp>
        <p:nvSpPr>
          <p:cNvPr id="17" name="Text 15"/>
          <p:cNvSpPr/>
          <p:nvPr/>
        </p:nvSpPr>
        <p:spPr>
          <a:xfrm>
            <a:off x="640080" y="265176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642616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复核证据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64261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展开高风险 Issue，查看关联凭证、规则命中与制度解释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55264"/>
            <a:ext cx="365760" cy="365760"/>
          </a:xfrm>
          <a:prstGeom prst="ellipse">
            <a:avLst/>
          </a:prstGeom>
          <a:solidFill>
            <a:srgbClr val="1E3A8A"/>
          </a:solidFill>
        </p:spPr>
      </p:sp>
      <p:sp>
        <p:nvSpPr>
          <p:cNvPr id="22" name="Text 20"/>
          <p:cNvSpPr/>
          <p:nvPr/>
        </p:nvSpPr>
        <p:spPr>
          <a:xfrm>
            <a:off x="640080" y="329184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282696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分派整改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28269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确认风险后分派业务；业务提交说明与附件，待审计验收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895344"/>
            <a:ext cx="365760" cy="365760"/>
          </a:xfrm>
          <a:prstGeom prst="ellipse">
            <a:avLst/>
          </a:prstGeom>
          <a:solidFill>
            <a:srgbClr val="1E3A8A"/>
          </a:solidFill>
        </p:spPr>
      </p:sp>
      <p:sp>
        <p:nvSpPr>
          <p:cNvPr id="27" name="Text 25"/>
          <p:cNvSpPr/>
          <p:nvPr/>
        </p:nvSpPr>
        <p:spPr>
          <a:xfrm>
            <a:off x="640080" y="39319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22776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导出报告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392277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验收关闭后导出正式报告，作为可归档底稿带走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全栈可演进骨架 · 可插拔 AI · 明确依赖边界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前端 /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32588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Next.js App Router、TypeScript、React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5623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编排引擎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85623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LangGraph 六节点固定流水线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38658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数据与鉴权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386584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Supabase Postgres、Auth、RLS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916936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规则与评分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916936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自研规则引擎 + 异常检测 + RiskScoring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44728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能力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447288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可插拔 LLM（OpenAI / 通义等）+ 向量库（Pinecone）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97764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工程约束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397764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 → server → lib；Key 仅服务端；无 Key 可降级演示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数据来源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演示数据可公开复现；生产数据由企业上传与制度库提供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财务流水输入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用户上传 Excel / CSV。演示样例 fixtures/demo-financial-audit.csv，内含重复发票、缺审批、金额离群等可控风险点。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231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制度知识库（RAG）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249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企业自建制度条目（制度名、条款号、正文）。解释层检索本公司制度；无 Key 时确定性路径仍可完整演示。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47472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审计过程产物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7764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任务、Issue、证据快照、规则版本、工单日志与报告写入 Supabase，按用户/角色隔离，支持底稿归档导出。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预期价值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把「抽检运气」变成「可解释、可分派、可验收」的审计产能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覆盖率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从抽样到全量扫描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同一套规则对整批流水跑一遍，降低漏检；高风险优先人工复核。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630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证据力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发现即带凭证与制度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103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Issue 挂证据行 + 规则 ID/阈值；RAG 指向条款号，复核成本下降。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175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闭环率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整改不再断在邮件里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分派 → 业务提交 → 审计验收；禁止业务直接关单，过程可追溯。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0175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可信度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规则判风险，AI 只解释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确定性路径可演示、可复现；LLM 优雅降级，不绑架核心判责。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推广可能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先做企业内闭环，再向日常流程与规模化演进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近期落地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  内审/财务合规试点：上传 → 复核 → 整改验收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6974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2.  公开 fixture + 现场上传，证明可复现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429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  无 LLM Key 亦可演示确定性能力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中期扩展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1965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  对接主数据源，按期间自动抽检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6974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2.  AI 解释人工确认后门闩入档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3429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  规则版本与制度库随制度迭代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91072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远期方向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1965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  多法人 / 多组织规模化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6974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2.  对接 GRC / OA，嵌入日常流程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3429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  行业规则包与合规能力按需加深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AuditLens AI · 作品说明材料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2206</Words>
  <Application>WPS 演示</Application>
  <PresentationFormat>On-screen Show (16:9)</PresentationFormat>
  <Paragraphs>304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AuditLens AI — 作品说明材料</dc:title>
  <dc:creator>AuditLens</dc:creator>
  <dc:subject>参赛作品说明：名称、场景、功能、工具、数据、价值与推广</dc:subject>
  <cp:lastModifiedBy>南℡</cp:lastModifiedBy>
  <cp:revision>2</cp:revision>
  <dcterms:created xsi:type="dcterms:W3CDTF">2026-07-25T05:38:40Z</dcterms:created>
  <dcterms:modified xsi:type="dcterms:W3CDTF">2026-07-25T05:38:40Z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EF1CDF04646DAE90E04B646A49AD06B9_42</vt:lpwstr>
  </property>
  <property fmtid="{D5CDD505-2E9C-101B-9397-08002B2CF9AE}" pid="3" name="KSOProductBuildVer">
    <vt:lpwstr>2052-12.1.26026.26026</vt:lpwstr>
  </property>
</Properties>
</file>